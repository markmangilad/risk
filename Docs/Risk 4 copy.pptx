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42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6795978"/>
            <a:ext cx="19665297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168845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13774" y="5346597"/>
            <a:ext cx="38385750" cy="81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540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540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250900" y="6540292"/>
            <a:ext cx="150304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0104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89249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040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6707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0104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73928" y="8709217"/>
            <a:ext cx="11106150" cy="7290908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6946225" y="70104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 dirty="0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6946225" y="7734300"/>
            <a:ext cx="137350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 dirty="0">
                <a:solidFill>
                  <a:srgbClr val="5E6C76"/>
                </a:solidFill>
              </a:rPr>
              <a:t>Four </a:t>
            </a:r>
            <a:r>
              <a:rPr sz="2475" b="0" dirty="0" err="1">
                <a:solidFill>
                  <a:srgbClr val="5E6C76"/>
                </a:solidFill>
              </a:rPr>
              <a:t>TransformerConv</a:t>
            </a:r>
            <a:r>
              <a:rPr sz="2475" b="0" dirty="0">
                <a:solidFill>
                  <a:srgbClr val="5E6C76"/>
                </a:solidFill>
              </a:rPr>
              <a:t>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rcRect b="6170"/>
          <a:stretch>
            <a:fillRect/>
          </a:stretch>
        </p:blipFill>
        <p:spPr>
          <a:xfrm>
            <a:off x="26769363" y="8639176"/>
            <a:ext cx="13819162" cy="7423378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6805503"/>
            <a:ext cx="20050125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37342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13774" y="18390469"/>
            <a:ext cx="8382000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41493" y="20827692"/>
            <a:ext cx="8483632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480059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0940985" y="16980939"/>
            <a:ext cx="10395016" cy="5915022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2873766098"/>
              </p:ext>
            </p:extLst>
          </p:nvPr>
        </p:nvGraphicFramePr>
        <p:xfrm>
          <a:off x="25617625" y="17301429"/>
          <a:ext cx="14720753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099658"/>
            <a:ext cx="2690675" cy="26044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local action terms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6" y="20745597"/>
            <a:ext cx="292310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678573E-E998-CE39-3940-53E82AE056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965" y="25098171"/>
            <a:ext cx="7385963" cy="460928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C4E372D-EAE5-DB83-44A3-2ED9EC63CF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8116" y="25325796"/>
            <a:ext cx="7651845" cy="40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973</Words>
  <Application>Microsoft Office PowerPoint</Application>
  <DocSecurity>0</DocSecurity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20</cp:revision>
  <dcterms:created xsi:type="dcterms:W3CDTF">2026-08-14T13:01:29Z</dcterms:created>
  <dcterms:modified xsi:type="dcterms:W3CDTF">2026-08-28T11:34:35Z</dcterms:modified>
</cp:coreProperties>
</file>